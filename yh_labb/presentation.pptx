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8" r:id="rId3"/>
    <p:sldId id="261" r:id="rId4"/>
    <p:sldId id="262" r:id="rId5"/>
    <p:sldId id="259" r:id="rId6"/>
    <p:sldId id="260" r:id="rId7"/>
    <p:sldId id="257" r:id="rId8"/>
  </p:sldIdLst>
  <p:sldSz cx="12192000" cy="6858000"/>
  <p:notesSz cx="6858000" cy="9144000"/>
  <p:defaultTextStyle>
    <a:defPPr>
      <a:defRPr lang="en-SE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CC00FF"/>
    <a:srgbClr val="0066FF"/>
    <a:srgbClr val="4472C4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995" autoAdjust="0"/>
    <p:restoredTop sz="94660"/>
  </p:normalViewPr>
  <p:slideViewPr>
    <p:cSldViewPr snapToGrid="0">
      <p:cViewPr varScale="1">
        <p:scale>
          <a:sx n="106" d="100"/>
          <a:sy n="106" d="100"/>
        </p:scale>
        <p:origin x="792" y="9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theme" Target="theme/theme1.xml"/><Relationship Id="rId5" Type="http://schemas.openxmlformats.org/officeDocument/2006/relationships/slide" Target="slides/slide4.xml"/><Relationship Id="rId10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presProps" Target="pres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BC15D61-47DE-FE8B-827D-A69B00597C26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GB"/>
              <a:t>Click to edit Master title style</a:t>
            </a:r>
            <a:endParaRPr lang="en-SE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C5181030-DD10-4C65-6971-9FEF0D0C03BA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GB"/>
              <a:t>Click to edit Master subtitle style</a:t>
            </a:r>
            <a:endParaRPr lang="en-SE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FDFEA8C-D61B-4174-39B7-3B4E187AEAB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A98FA03-1A3B-45A1-AF81-10310EEDDF7C}" type="datetimeFigureOut">
              <a:rPr lang="en-SE" smtClean="0"/>
              <a:t>2026-02-13</a:t>
            </a:fld>
            <a:endParaRPr lang="en-SE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7AD6050-0FF0-CB66-2DDA-1E4FDED2D14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SE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8D491F6-9021-2D8C-0CD5-F59B45E1997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3A961A-2326-421A-8301-9685C839918E}" type="slidenum">
              <a:rPr lang="en-SE" smtClean="0"/>
              <a:t>‹#›</a:t>
            </a:fld>
            <a:endParaRPr lang="en-SE"/>
          </a:p>
        </p:txBody>
      </p:sp>
    </p:spTree>
    <p:extLst>
      <p:ext uri="{BB962C8B-B14F-4D97-AF65-F5344CB8AC3E}">
        <p14:creationId xmlns:p14="http://schemas.microsoft.com/office/powerpoint/2010/main" val="1587565577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415399B-64C5-02FF-023D-E3C8986A0EC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SE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9AA8D3F-ADC1-5A20-9095-33476984259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SE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5901BF6-9123-94CD-9532-D35B835C238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A98FA03-1A3B-45A1-AF81-10310EEDDF7C}" type="datetimeFigureOut">
              <a:rPr lang="en-SE" smtClean="0"/>
              <a:t>2026-02-13</a:t>
            </a:fld>
            <a:endParaRPr lang="en-SE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B77F25A-7D89-57DC-CE6F-ED5DE3DAC94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SE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45057DB-3AA0-F070-10FE-513636C46ED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3A961A-2326-421A-8301-9685C839918E}" type="slidenum">
              <a:rPr lang="en-SE" smtClean="0"/>
              <a:t>‹#›</a:t>
            </a:fld>
            <a:endParaRPr lang="en-SE"/>
          </a:p>
        </p:txBody>
      </p:sp>
    </p:spTree>
    <p:extLst>
      <p:ext uri="{BB962C8B-B14F-4D97-AF65-F5344CB8AC3E}">
        <p14:creationId xmlns:p14="http://schemas.microsoft.com/office/powerpoint/2010/main" val="156586039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74D3AB4-F4CE-A4B8-92D4-AA5FEADEC23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GB"/>
              <a:t>Click to edit Master title style</a:t>
            </a:r>
            <a:endParaRPr lang="en-SE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71292C31-A90D-FD3C-102F-F5EBB17AE0B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18D5F98-290D-CD6D-67D1-92FAAB84444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A98FA03-1A3B-45A1-AF81-10310EEDDF7C}" type="datetimeFigureOut">
              <a:rPr lang="en-SE" smtClean="0"/>
              <a:t>2026-02-13</a:t>
            </a:fld>
            <a:endParaRPr lang="en-SE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E0803D2-95BB-3EDF-3C8E-2CA7EF7DEE0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SE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08B8558-5702-CB2B-FC76-560C384FD00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3A961A-2326-421A-8301-9685C839918E}" type="slidenum">
              <a:rPr lang="en-SE" smtClean="0"/>
              <a:t>‹#›</a:t>
            </a:fld>
            <a:endParaRPr lang="en-SE"/>
          </a:p>
        </p:txBody>
      </p:sp>
    </p:spTree>
    <p:extLst>
      <p:ext uri="{BB962C8B-B14F-4D97-AF65-F5344CB8AC3E}">
        <p14:creationId xmlns:p14="http://schemas.microsoft.com/office/powerpoint/2010/main" val="375099156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ECDFD77-B7B7-6FC7-9CE4-FC347B16F6E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SE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2B5ED35-BCF2-A529-01C3-7DB993057C13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SE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0E33DF32-14CD-299A-9434-9719713A4E44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SE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0E3DEADE-E721-B67E-4347-6E94D2FEB2A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A98FA03-1A3B-45A1-AF81-10310EEDDF7C}" type="datetimeFigureOut">
              <a:rPr lang="en-SE" smtClean="0"/>
              <a:t>2026-02-13</a:t>
            </a:fld>
            <a:endParaRPr lang="en-SE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B22092F4-8A93-C79B-440C-357EA041234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SE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86047B35-2725-F041-6213-1C6DC65A291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3A961A-2326-421A-8301-9685C839918E}" type="slidenum">
              <a:rPr lang="en-SE" smtClean="0"/>
              <a:t>‹#›</a:t>
            </a:fld>
            <a:endParaRPr lang="en-SE"/>
          </a:p>
        </p:txBody>
      </p:sp>
    </p:spTree>
    <p:extLst>
      <p:ext uri="{BB962C8B-B14F-4D97-AF65-F5344CB8AC3E}">
        <p14:creationId xmlns:p14="http://schemas.microsoft.com/office/powerpoint/2010/main" val="156049514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7FC7082-8C04-DFD8-85E0-474226055AB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GB"/>
              <a:t>Click to edit Master title style</a:t>
            </a:r>
            <a:endParaRPr lang="en-SE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17D059B8-3277-BCD7-4A3C-2D3D3A30AA9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99902A20-DB52-D51F-905A-71D63AB430A4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SE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A5C0716F-3439-19BA-EA67-ADD3BA1F669F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A9A6C9CC-445C-AD7D-4523-C2792E437280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SE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23D71581-F2C4-A08F-51C7-90E144CA9C5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A98FA03-1A3B-45A1-AF81-10310EEDDF7C}" type="datetimeFigureOut">
              <a:rPr lang="en-SE" smtClean="0"/>
              <a:t>2026-02-13</a:t>
            </a:fld>
            <a:endParaRPr lang="en-SE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2DF00CBA-56AB-C551-97F9-5A6994F906C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SE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99B44DE4-1C49-F919-7119-6F37F35F275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3A961A-2326-421A-8301-9685C839918E}" type="slidenum">
              <a:rPr lang="en-SE" smtClean="0"/>
              <a:t>‹#›</a:t>
            </a:fld>
            <a:endParaRPr lang="en-SE"/>
          </a:p>
        </p:txBody>
      </p:sp>
    </p:spTree>
    <p:extLst>
      <p:ext uri="{BB962C8B-B14F-4D97-AF65-F5344CB8AC3E}">
        <p14:creationId xmlns:p14="http://schemas.microsoft.com/office/powerpoint/2010/main" val="408581306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CC408DA-1C53-B788-8589-E073EBD85B6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SE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505F6ED3-3029-C354-844B-396945CD89C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A98FA03-1A3B-45A1-AF81-10310EEDDF7C}" type="datetimeFigureOut">
              <a:rPr lang="en-SE" smtClean="0"/>
              <a:t>2026-02-13</a:t>
            </a:fld>
            <a:endParaRPr lang="en-SE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59937096-6F5A-8BB6-9DD1-6952391D5A1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SE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7F7C054D-77DD-CFEB-68AB-5047A828399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3A961A-2326-421A-8301-9685C839918E}" type="slidenum">
              <a:rPr lang="en-SE" smtClean="0"/>
              <a:t>‹#›</a:t>
            </a:fld>
            <a:endParaRPr lang="en-SE"/>
          </a:p>
        </p:txBody>
      </p:sp>
    </p:spTree>
    <p:extLst>
      <p:ext uri="{BB962C8B-B14F-4D97-AF65-F5344CB8AC3E}">
        <p14:creationId xmlns:p14="http://schemas.microsoft.com/office/powerpoint/2010/main" val="88316236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FB73633D-E2EE-474D-F8CA-EB64ECDFFD7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A98FA03-1A3B-45A1-AF81-10310EEDDF7C}" type="datetimeFigureOut">
              <a:rPr lang="en-SE" smtClean="0"/>
              <a:t>2026-02-13</a:t>
            </a:fld>
            <a:endParaRPr lang="en-SE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40A36626-AD77-9025-B4EC-3185A63181C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SE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F2D6C94-32E0-11A8-002E-7EBE9D6208A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3A961A-2326-421A-8301-9685C839918E}" type="slidenum">
              <a:rPr lang="en-SE" smtClean="0"/>
              <a:t>‹#›</a:t>
            </a:fld>
            <a:endParaRPr lang="en-SE"/>
          </a:p>
        </p:txBody>
      </p:sp>
    </p:spTree>
    <p:extLst>
      <p:ext uri="{BB962C8B-B14F-4D97-AF65-F5344CB8AC3E}">
        <p14:creationId xmlns:p14="http://schemas.microsoft.com/office/powerpoint/2010/main" val="1593434971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6EA0706-DA1D-3727-B599-2E98C8A2AF9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GB"/>
              <a:t>Click to edit Master title style</a:t>
            </a:r>
            <a:endParaRPr lang="en-SE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F03A271-F80E-B17F-E59F-2D36A005A23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SE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08C3149E-E0AC-CE7F-C02D-96F9078013FC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6835BECC-D510-75C0-BB41-2939923960F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A98FA03-1A3B-45A1-AF81-10310EEDDF7C}" type="datetimeFigureOut">
              <a:rPr lang="en-SE" smtClean="0"/>
              <a:t>2026-02-13</a:t>
            </a:fld>
            <a:endParaRPr lang="en-SE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F13633C5-A2AC-D3DE-DD9D-DE06A609796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SE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F20C8C33-6F03-2537-D379-87153882156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3A961A-2326-421A-8301-9685C839918E}" type="slidenum">
              <a:rPr lang="en-SE" smtClean="0"/>
              <a:t>‹#›</a:t>
            </a:fld>
            <a:endParaRPr lang="en-SE"/>
          </a:p>
        </p:txBody>
      </p:sp>
    </p:spTree>
    <p:extLst>
      <p:ext uri="{BB962C8B-B14F-4D97-AF65-F5344CB8AC3E}">
        <p14:creationId xmlns:p14="http://schemas.microsoft.com/office/powerpoint/2010/main" val="600766044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3663854-AA46-C637-FF22-56C4CEA0782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GB"/>
              <a:t>Click to edit Master title style</a:t>
            </a:r>
            <a:endParaRPr lang="en-SE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08D6C2DE-2EAD-2192-E4A3-7072472D77AF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SE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4D3C7828-AB2C-71CB-44E1-0A490E06FE10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D888CC37-A46B-0E4D-42C0-EBF83327CB1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A98FA03-1A3B-45A1-AF81-10310EEDDF7C}" type="datetimeFigureOut">
              <a:rPr lang="en-SE" smtClean="0"/>
              <a:t>2026-02-13</a:t>
            </a:fld>
            <a:endParaRPr lang="en-SE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B93AC61A-1DAF-A664-C7EF-3F5BEC43DF2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SE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F9B8A775-7CCC-4249-E707-4E38F8897A4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3A961A-2326-421A-8301-9685C839918E}" type="slidenum">
              <a:rPr lang="en-SE" smtClean="0"/>
              <a:t>‹#›</a:t>
            </a:fld>
            <a:endParaRPr lang="en-SE"/>
          </a:p>
        </p:txBody>
      </p:sp>
    </p:spTree>
    <p:extLst>
      <p:ext uri="{BB962C8B-B14F-4D97-AF65-F5344CB8AC3E}">
        <p14:creationId xmlns:p14="http://schemas.microsoft.com/office/powerpoint/2010/main" val="424644714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59E4A53-0BA3-1F2B-3E04-21CFAA174A9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SE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56180D90-D569-DD1F-8CA5-9850A55982DB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SE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B4001BE-4294-2C72-DF7F-9C1B92C6BCE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A98FA03-1A3B-45A1-AF81-10310EEDDF7C}" type="datetimeFigureOut">
              <a:rPr lang="en-SE" smtClean="0"/>
              <a:t>2026-02-13</a:t>
            </a:fld>
            <a:endParaRPr lang="en-SE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12B075D-3FB5-FA4C-9E8D-2F6C5D16C73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SE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B8C6EA7-4F5A-9F9A-3380-5C6F8084580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3A961A-2326-421A-8301-9685C839918E}" type="slidenum">
              <a:rPr lang="en-SE" smtClean="0"/>
              <a:t>‹#›</a:t>
            </a:fld>
            <a:endParaRPr lang="en-SE"/>
          </a:p>
        </p:txBody>
      </p:sp>
    </p:spTree>
    <p:extLst>
      <p:ext uri="{BB962C8B-B14F-4D97-AF65-F5344CB8AC3E}">
        <p14:creationId xmlns:p14="http://schemas.microsoft.com/office/powerpoint/2010/main" val="175515058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57F884E6-70AD-18FA-60D6-0DE15478393D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GB"/>
              <a:t>Click to edit Master title style</a:t>
            </a:r>
            <a:endParaRPr lang="en-SE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2956BDDC-54F6-4698-2872-39F075AB7C61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SE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54228B4-B948-9E17-3659-4B6BD041594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A98FA03-1A3B-45A1-AF81-10310EEDDF7C}" type="datetimeFigureOut">
              <a:rPr lang="en-SE" smtClean="0"/>
              <a:t>2026-02-13</a:t>
            </a:fld>
            <a:endParaRPr lang="en-SE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10634AE-8446-7699-10D3-B33208BC79C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SE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E338857-FBAF-5E11-6AF9-BBA62BEA641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3A961A-2326-421A-8301-9685C839918E}" type="slidenum">
              <a:rPr lang="en-SE" smtClean="0"/>
              <a:t>‹#›</a:t>
            </a:fld>
            <a:endParaRPr lang="en-SE"/>
          </a:p>
        </p:txBody>
      </p:sp>
    </p:spTree>
    <p:extLst>
      <p:ext uri="{BB962C8B-B14F-4D97-AF65-F5344CB8AC3E}">
        <p14:creationId xmlns:p14="http://schemas.microsoft.com/office/powerpoint/2010/main" val="1719823088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F568BBE6-77B8-4089-A898-D96B01ACD39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GB"/>
              <a:t>Click to edit Master title style</a:t>
            </a:r>
            <a:endParaRPr lang="en-SE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985EEA16-048F-5118-6814-58761172F71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SE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A7C8803-D0FE-D8C9-80C9-F4011DF1F44D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7A98FA03-1A3B-45A1-AF81-10310EEDDF7C}" type="datetimeFigureOut">
              <a:rPr lang="en-SE" smtClean="0"/>
              <a:t>2026-02-13</a:t>
            </a:fld>
            <a:endParaRPr lang="en-SE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1B53C2D-E982-39BF-AC56-CE09C325F76F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SE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CC83458-7A68-3324-8B64-F8E951FDAC83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A3A961A-2326-421A-8301-9685C839918E}" type="slidenum">
              <a:rPr lang="en-SE" smtClean="0"/>
              <a:t>‹#›</a:t>
            </a:fld>
            <a:endParaRPr lang="en-SE"/>
          </a:p>
        </p:txBody>
      </p:sp>
    </p:spTree>
    <p:extLst>
      <p:ext uri="{BB962C8B-B14F-4D97-AF65-F5344CB8AC3E}">
        <p14:creationId xmlns:p14="http://schemas.microsoft.com/office/powerpoint/2010/main" val="127897306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SE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018AE1FC-3C78-1E43-FD7F-675EAC778DD6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33913" y="139244"/>
            <a:ext cx="11324174" cy="657951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05517552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83923CD-AB5E-E5D5-B0A3-09E8D0DB61C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E6009A33-827E-D560-8DB6-10D693A5B869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19801" y="363450"/>
            <a:ext cx="10552398" cy="6131099"/>
          </a:xfrm>
          <a:prstGeom prst="rect">
            <a:avLst/>
          </a:prstGeom>
        </p:spPr>
      </p:pic>
      <p:sp>
        <p:nvSpPr>
          <p:cNvPr id="2" name="L-Shape 1">
            <a:extLst>
              <a:ext uri="{FF2B5EF4-FFF2-40B4-BE49-F238E27FC236}">
                <a16:creationId xmlns:a16="http://schemas.microsoft.com/office/drawing/2014/main" id="{022B0DA5-FCA0-F769-1239-1B02BA9ECA1F}"/>
              </a:ext>
            </a:extLst>
          </p:cNvPr>
          <p:cNvSpPr/>
          <p:nvPr/>
        </p:nvSpPr>
        <p:spPr>
          <a:xfrm rot="10800000">
            <a:off x="6096000" y="162962"/>
            <a:ext cx="5483382" cy="4517679"/>
          </a:xfrm>
          <a:prstGeom prst="corner">
            <a:avLst>
              <a:gd name="adj1" fmla="val 29929"/>
              <a:gd name="adj2" fmla="val 47555"/>
            </a:avLst>
          </a:prstGeom>
          <a:solidFill>
            <a:srgbClr val="0066FF">
              <a:alpha val="2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SE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870F02AF-0C65-E7B0-3792-722F72E0B32E}"/>
              </a:ext>
            </a:extLst>
          </p:cNvPr>
          <p:cNvSpPr/>
          <p:nvPr/>
        </p:nvSpPr>
        <p:spPr>
          <a:xfrm>
            <a:off x="506995" y="162962"/>
            <a:ext cx="5042780" cy="1358020"/>
          </a:xfrm>
          <a:prstGeom prst="rect">
            <a:avLst/>
          </a:prstGeom>
          <a:solidFill>
            <a:srgbClr val="CC00FF">
              <a:alpha val="2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SE"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BE702F69-04B4-368C-798F-6A297C18C45D}"/>
              </a:ext>
            </a:extLst>
          </p:cNvPr>
          <p:cNvSpPr/>
          <p:nvPr/>
        </p:nvSpPr>
        <p:spPr>
          <a:xfrm>
            <a:off x="3023857" y="1742792"/>
            <a:ext cx="2525918" cy="1358019"/>
          </a:xfrm>
          <a:prstGeom prst="rect">
            <a:avLst/>
          </a:prstGeom>
          <a:solidFill>
            <a:srgbClr val="FFFF00">
              <a:alpha val="2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SE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B0A32505-1454-6498-9F11-4E88A2DBEECB}"/>
              </a:ext>
            </a:extLst>
          </p:cNvPr>
          <p:cNvSpPr/>
          <p:nvPr/>
        </p:nvSpPr>
        <p:spPr>
          <a:xfrm>
            <a:off x="6174463" y="1742791"/>
            <a:ext cx="2417276" cy="2648139"/>
          </a:xfrm>
          <a:prstGeom prst="rect">
            <a:avLst/>
          </a:prstGeom>
          <a:solidFill>
            <a:srgbClr val="92D050">
              <a:alpha val="2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SE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1BC504B3-409C-94B3-A24D-AFF92128A1B5}"/>
              </a:ext>
            </a:extLst>
          </p:cNvPr>
          <p:cNvSpPr/>
          <p:nvPr/>
        </p:nvSpPr>
        <p:spPr>
          <a:xfrm>
            <a:off x="5305331" y="4390931"/>
            <a:ext cx="4191754" cy="1330860"/>
          </a:xfrm>
          <a:prstGeom prst="rect">
            <a:avLst/>
          </a:prstGeom>
          <a:solidFill>
            <a:srgbClr val="92D050">
              <a:alpha val="2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SE"/>
          </a:p>
        </p:txBody>
      </p:sp>
    </p:spTree>
    <p:extLst>
      <p:ext uri="{BB962C8B-B14F-4D97-AF65-F5344CB8AC3E}">
        <p14:creationId xmlns:p14="http://schemas.microsoft.com/office/powerpoint/2010/main" val="1610387243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2B90745-7454-905C-4BE8-12CAA09DDEF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531CBFBD-852A-0753-F128-A572FEA736CD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19801" y="363450"/>
            <a:ext cx="10552398" cy="6131099"/>
          </a:xfrm>
          <a:prstGeom prst="rect">
            <a:avLst/>
          </a:prstGeom>
        </p:spPr>
      </p:pic>
      <p:sp>
        <p:nvSpPr>
          <p:cNvPr id="3" name="Rectangle 2">
            <a:extLst>
              <a:ext uri="{FF2B5EF4-FFF2-40B4-BE49-F238E27FC236}">
                <a16:creationId xmlns:a16="http://schemas.microsoft.com/office/drawing/2014/main" id="{E50E30B5-3D6A-DC22-9A1D-72590799BEC2}"/>
              </a:ext>
            </a:extLst>
          </p:cNvPr>
          <p:cNvSpPr/>
          <p:nvPr/>
        </p:nvSpPr>
        <p:spPr>
          <a:xfrm>
            <a:off x="506995" y="162962"/>
            <a:ext cx="5042780" cy="1358020"/>
          </a:xfrm>
          <a:prstGeom prst="rect">
            <a:avLst/>
          </a:prstGeom>
          <a:solidFill>
            <a:srgbClr val="CC00FF">
              <a:alpha val="2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SE"/>
          </a:p>
        </p:txBody>
      </p:sp>
    </p:spTree>
    <p:extLst>
      <p:ext uri="{BB962C8B-B14F-4D97-AF65-F5344CB8AC3E}">
        <p14:creationId xmlns:p14="http://schemas.microsoft.com/office/powerpoint/2010/main" val="1840466727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178644B-F9FD-0BD2-935D-DD65FAA158E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9B11C4F8-8754-6087-6226-A36007B4BAB4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19801" y="363450"/>
            <a:ext cx="10552398" cy="6131099"/>
          </a:xfrm>
          <a:prstGeom prst="rect">
            <a:avLst/>
          </a:prstGeom>
        </p:spPr>
      </p:pic>
      <p:sp>
        <p:nvSpPr>
          <p:cNvPr id="2" name="L-Shape 1">
            <a:extLst>
              <a:ext uri="{FF2B5EF4-FFF2-40B4-BE49-F238E27FC236}">
                <a16:creationId xmlns:a16="http://schemas.microsoft.com/office/drawing/2014/main" id="{2324BD5E-CEAE-1635-CC63-204227E2C4A8}"/>
              </a:ext>
            </a:extLst>
          </p:cNvPr>
          <p:cNvSpPr/>
          <p:nvPr/>
        </p:nvSpPr>
        <p:spPr>
          <a:xfrm rot="10800000">
            <a:off x="6096000" y="162962"/>
            <a:ext cx="5483382" cy="4517679"/>
          </a:xfrm>
          <a:prstGeom prst="corner">
            <a:avLst>
              <a:gd name="adj1" fmla="val 29929"/>
              <a:gd name="adj2" fmla="val 47555"/>
            </a:avLst>
          </a:prstGeom>
          <a:solidFill>
            <a:srgbClr val="0066FF">
              <a:alpha val="2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SE"/>
          </a:p>
        </p:txBody>
      </p:sp>
    </p:spTree>
    <p:extLst>
      <p:ext uri="{BB962C8B-B14F-4D97-AF65-F5344CB8AC3E}">
        <p14:creationId xmlns:p14="http://schemas.microsoft.com/office/powerpoint/2010/main" val="4193703821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D5BD6D7-3485-D0C2-8B99-2B0A3DF49E6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4AA0C99D-A3CB-47BE-4DCC-CF38CDD9B4D5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19801" y="363450"/>
            <a:ext cx="10552398" cy="6131099"/>
          </a:xfrm>
          <a:prstGeom prst="rect">
            <a:avLst/>
          </a:prstGeom>
        </p:spPr>
      </p:pic>
      <p:sp>
        <p:nvSpPr>
          <p:cNvPr id="9" name="Rectangle 8">
            <a:extLst>
              <a:ext uri="{FF2B5EF4-FFF2-40B4-BE49-F238E27FC236}">
                <a16:creationId xmlns:a16="http://schemas.microsoft.com/office/drawing/2014/main" id="{1B40EB97-2036-79F0-404C-3F399F0BCC51}"/>
              </a:ext>
            </a:extLst>
          </p:cNvPr>
          <p:cNvSpPr/>
          <p:nvPr/>
        </p:nvSpPr>
        <p:spPr>
          <a:xfrm>
            <a:off x="5305331" y="4390931"/>
            <a:ext cx="4191754" cy="1330860"/>
          </a:xfrm>
          <a:prstGeom prst="rect">
            <a:avLst/>
          </a:prstGeom>
          <a:solidFill>
            <a:srgbClr val="92D050">
              <a:alpha val="2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SE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BC55F644-6AE8-2703-BEF6-B6F1AEAB70A9}"/>
              </a:ext>
            </a:extLst>
          </p:cNvPr>
          <p:cNvSpPr/>
          <p:nvPr/>
        </p:nvSpPr>
        <p:spPr>
          <a:xfrm>
            <a:off x="6174463" y="1742791"/>
            <a:ext cx="2417276" cy="2648139"/>
          </a:xfrm>
          <a:prstGeom prst="rect">
            <a:avLst/>
          </a:prstGeom>
          <a:solidFill>
            <a:srgbClr val="92D050">
              <a:alpha val="2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SE"/>
          </a:p>
        </p:txBody>
      </p:sp>
    </p:spTree>
    <p:extLst>
      <p:ext uri="{BB962C8B-B14F-4D97-AF65-F5344CB8AC3E}">
        <p14:creationId xmlns:p14="http://schemas.microsoft.com/office/powerpoint/2010/main" val="191246546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B98D364-0DA5-3FDC-21B2-E0DA0777444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0CFA1C36-61A5-7B35-BE24-9EF189C879EA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19801" y="363450"/>
            <a:ext cx="10552398" cy="6131099"/>
          </a:xfrm>
          <a:prstGeom prst="rect">
            <a:avLst/>
          </a:prstGeom>
        </p:spPr>
      </p:pic>
      <p:sp>
        <p:nvSpPr>
          <p:cNvPr id="4" name="Rectangle 3">
            <a:extLst>
              <a:ext uri="{FF2B5EF4-FFF2-40B4-BE49-F238E27FC236}">
                <a16:creationId xmlns:a16="http://schemas.microsoft.com/office/drawing/2014/main" id="{DF0ACF74-334C-FB77-3402-C9E567E382F2}"/>
              </a:ext>
            </a:extLst>
          </p:cNvPr>
          <p:cNvSpPr/>
          <p:nvPr/>
        </p:nvSpPr>
        <p:spPr>
          <a:xfrm>
            <a:off x="3023857" y="1742792"/>
            <a:ext cx="2525918" cy="1358019"/>
          </a:xfrm>
          <a:prstGeom prst="rect">
            <a:avLst/>
          </a:prstGeom>
          <a:solidFill>
            <a:srgbClr val="FFFF00">
              <a:alpha val="2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SE"/>
          </a:p>
        </p:txBody>
      </p:sp>
    </p:spTree>
    <p:extLst>
      <p:ext uri="{BB962C8B-B14F-4D97-AF65-F5344CB8AC3E}">
        <p14:creationId xmlns:p14="http://schemas.microsoft.com/office/powerpoint/2010/main" val="1393424185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DC1C9F4A-FFD5-0939-AF4E-5986361FAE25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544375" y="270653"/>
            <a:ext cx="9103250" cy="631669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14108623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210</TotalTime>
  <Words>0</Words>
  <Application>Microsoft Office PowerPoint</Application>
  <PresentationFormat>Widescreen</PresentationFormat>
  <Paragraphs>0</Paragraphs>
  <Slides>7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</vt:i4>
      </vt:variant>
    </vt:vector>
  </HeadingPairs>
  <TitlesOfParts>
    <vt:vector size="11" baseType="lpstr">
      <vt:lpstr>Arial</vt:lpstr>
      <vt:lpstr>Calibri</vt:lpstr>
      <vt:lpstr>Calibri Light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Charlotta Dellborg</dc:creator>
  <cp:lastModifiedBy>Charlotta Dellborg</cp:lastModifiedBy>
  <cp:revision>2</cp:revision>
  <dcterms:created xsi:type="dcterms:W3CDTF">2026-02-13T14:28:04Z</dcterms:created>
  <dcterms:modified xsi:type="dcterms:W3CDTF">2026-02-13T17:58:08Z</dcterms:modified>
</cp:coreProperties>
</file>