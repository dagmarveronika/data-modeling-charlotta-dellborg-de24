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15D61-47DE-FE8B-827D-A69B00597C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181030-DD10-4C65-6971-9FEF0D0C03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FEA8C-D61B-4174-39B7-3B4E187AE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2026-02-13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AD6050-0FF0-CB66-2DDA-1E4FDED2D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D491F6-9021-2D8C-0CD5-F59B45E19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587565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5399B-64C5-02FF-023D-E3C8986A0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AA8D3F-ADC1-5A20-9095-3347698425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901BF6-9123-94CD-9532-D35B835C2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2026-02-13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77F25A-7D89-57DC-CE6F-ED5DE3DAC9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5057DB-3AA0-F070-10FE-513636C46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565860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D3AB4-F4CE-A4B8-92D4-AA5FEADEC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292C31-A90D-FD3C-102F-F5EBB17AE0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8D5F98-290D-CD6D-67D1-92FAAB844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2026-02-13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0803D2-95BB-3EDF-3C8E-2CA7EF7DE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B8558-5702-CB2B-FC76-560C384FD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750991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DFD77-B7B7-6FC7-9CE4-FC347B16F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5ED35-BCF2-A529-01C3-7DB993057C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33DF32-14CD-299A-9434-9719713A4E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3DEADE-E721-B67E-4347-6E94D2FEB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2026-02-13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2092F4-8A93-C79B-440C-357EA0412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047B35-2725-F041-6213-1C6DC65A2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560495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C7082-8C04-DFD8-85E0-474226055A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D059B8-3277-BCD7-4A3C-2D3D3A30AA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902A20-DB52-D51F-905A-71D63AB430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C0716F-3439-19BA-EA67-ADD3BA1F66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A6C9CC-445C-AD7D-4523-C2792E437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D71581-F2C4-A08F-51C7-90E144CA9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2026-02-13</a:t>
            </a:fld>
            <a:endParaRPr lang="en-S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F00CBA-56AB-C551-97F9-5A6994F90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B44DE4-1C49-F919-7119-6F37F35F2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0858130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408DA-1C53-B788-8589-E073EBD85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5F6ED3-3029-C354-844B-396945CD8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2026-02-13</a:t>
            </a:fld>
            <a:endParaRPr lang="en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937096-6F5A-8BB6-9DD1-6952391D5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7C054D-77DD-CFEB-68AB-5047A8283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8831623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73633D-E2EE-474D-F8CA-EB64ECDFF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2026-02-13</a:t>
            </a:fld>
            <a:endParaRPr lang="en-S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A36626-AD77-9025-B4EC-3185A6318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2D6C94-32E0-11A8-002E-7EBE9D620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593434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A0706-DA1D-3727-B599-2E98C8A2A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03A271-F80E-B17F-E59F-2D36A005A2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C3149E-E0AC-CE7F-C02D-96F9078013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35BECC-D510-75C0-BB41-293992396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2026-02-13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633C5-A2AC-D3DE-DD9D-DE06A6097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0C8C33-6F03-2537-D379-871538821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6007660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63854-AA46-C637-FF22-56C4CEA07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D6C2DE-2EAD-2192-E4A3-7072472D77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3C7828-AB2C-71CB-44E1-0A490E06FE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88CC37-A46B-0E4D-42C0-EBF83327C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2026-02-13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3AC61A-1DAF-A664-C7EF-3F5BEC43D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B8A775-7CCC-4249-E707-4E38F8897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246447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E4A53-0BA3-1F2B-3E04-21CFAA174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180D90-D569-DD1F-8CA5-9850A55982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4001BE-4294-2C72-DF7F-9C1B92C6B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2026-02-13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2B075D-3FB5-FA4C-9E8D-2F6C5D16C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8C6EA7-4F5A-9F9A-3380-5C6F80845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755150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F884E6-70AD-18FA-60D6-0DE1547839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56BDDC-54F6-4698-2872-39F075AB7C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4228B4-B948-9E17-3659-4B6BD0415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8FA03-1A3B-45A1-AF81-10310EEDDF7C}" type="datetimeFigureOut">
              <a:rPr lang="en-SE" smtClean="0"/>
              <a:t>2026-02-13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0634AE-8446-7699-10D3-B33208BC7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338857-FBAF-5E11-6AF9-BBA62BEA6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7198230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68BBE6-77B8-4089-A898-D96B01ACD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5EEA16-048F-5118-6814-58761172F7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7C8803-D0FE-D8C9-80C9-F4011DF1F4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98FA03-1A3B-45A1-AF81-10310EEDDF7C}" type="datetimeFigureOut">
              <a:rPr lang="en-SE" smtClean="0"/>
              <a:t>2026-02-13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B53C2D-E982-39BF-AC56-CE09C325F7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83458-7A68-3324-8B64-F8E951FDAC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3A961A-2326-421A-8301-9685C839918E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78973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89A2F-E2B8-D909-4285-51884194586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5AD298-40B2-CCB7-6866-CCBCE2E6526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805517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Charlotta Dellborg</dc:creator>
  <cp:lastModifiedBy>Charlotta Dellborg</cp:lastModifiedBy>
  <cp:revision>1</cp:revision>
  <dcterms:created xsi:type="dcterms:W3CDTF">2026-02-13T14:28:04Z</dcterms:created>
  <dcterms:modified xsi:type="dcterms:W3CDTF">2026-02-13T14:28:49Z</dcterms:modified>
</cp:coreProperties>
</file>