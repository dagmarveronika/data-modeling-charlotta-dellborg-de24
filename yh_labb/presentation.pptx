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3" r:id="rId3"/>
    <p:sldId id="261" r:id="rId4"/>
    <p:sldId id="262" r:id="rId5"/>
    <p:sldId id="259" r:id="rId6"/>
    <p:sldId id="260" r:id="rId7"/>
    <p:sldId id="257" r:id="rId8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  <a:srgbClr val="0066FF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15D61-47DE-FE8B-827D-A69B00597C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81030-DD10-4C65-6971-9FEF0D0C0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FEA8C-D61B-4174-39B7-3B4E187AE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FA03-1A3B-45A1-AF81-10310EEDDF7C}" type="datetimeFigureOut">
              <a:rPr lang="en-SE" smtClean="0"/>
              <a:t>2026-02-13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D6050-0FF0-CB66-2DDA-1E4FDED2D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491F6-9021-2D8C-0CD5-F59B45E19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961A-2326-421A-8301-9685C839918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87565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399B-64C5-02FF-023D-E3C8986A0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A8D3F-ADC1-5A20-9095-334769842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01BF6-9123-94CD-9532-D35B835C2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FA03-1A3B-45A1-AF81-10310EEDDF7C}" type="datetimeFigureOut">
              <a:rPr lang="en-SE" smtClean="0"/>
              <a:t>2026-02-13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7F25A-7D89-57DC-CE6F-ED5DE3DAC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057DB-3AA0-F070-10FE-513636C46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961A-2326-421A-8301-9685C839918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65860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D3AB4-F4CE-A4B8-92D4-AA5FEADEC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92C31-A90D-FD3C-102F-F5EBB17AE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D5F98-290D-CD6D-67D1-92FAAB844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FA03-1A3B-45A1-AF81-10310EEDDF7C}" type="datetimeFigureOut">
              <a:rPr lang="en-SE" smtClean="0"/>
              <a:t>2026-02-13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803D2-95BB-3EDF-3C8E-2CA7EF7D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B8558-5702-CB2B-FC76-560C384FD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961A-2326-421A-8301-9685C839918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50991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DFD77-B7B7-6FC7-9CE4-FC347B16F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5ED35-BCF2-A529-01C3-7DB993057C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3DF32-14CD-299A-9434-9719713A4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DEADE-E721-B67E-4347-6E94D2FEB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FA03-1A3B-45A1-AF81-10310EEDDF7C}" type="datetimeFigureOut">
              <a:rPr lang="en-SE" smtClean="0"/>
              <a:t>2026-02-13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092F4-8A93-C79B-440C-357EA0412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47B35-2725-F041-6213-1C6DC65A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961A-2326-421A-8301-9685C839918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60495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C7082-8C04-DFD8-85E0-474226055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059B8-3277-BCD7-4A3C-2D3D3A30A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02A20-DB52-D51F-905A-71D63AB43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C0716F-3439-19BA-EA67-ADD3BA1F6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A6C9CC-445C-AD7D-4523-C2792E437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D71581-F2C4-A08F-51C7-90E144CA9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FA03-1A3B-45A1-AF81-10310EEDDF7C}" type="datetimeFigureOut">
              <a:rPr lang="en-SE" smtClean="0"/>
              <a:t>2026-02-13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F00CBA-56AB-C551-97F9-5A6994F90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44DE4-1C49-F919-7119-6F37F35F2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961A-2326-421A-8301-9685C839918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85813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408DA-1C53-B788-8589-E073EBD85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5F6ED3-3029-C354-844B-396945CD8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FA03-1A3B-45A1-AF81-10310EEDDF7C}" type="datetimeFigureOut">
              <a:rPr lang="en-SE" smtClean="0"/>
              <a:t>2026-02-13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937096-6F5A-8BB6-9DD1-6952391D5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C054D-77DD-CFEB-68AB-5047A8283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961A-2326-421A-8301-9685C839918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83162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73633D-E2EE-474D-F8CA-EB64ECDFF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FA03-1A3B-45A1-AF81-10310EEDDF7C}" type="datetimeFigureOut">
              <a:rPr lang="en-SE" smtClean="0"/>
              <a:t>2026-02-13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A36626-AD77-9025-B4EC-3185A6318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D6C94-32E0-11A8-002E-7EBE9D62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961A-2326-421A-8301-9685C839918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93434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A0706-DA1D-3727-B599-2E98C8A2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3A271-F80E-B17F-E59F-2D36A005A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3149E-E0AC-CE7F-C02D-96F907801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5BECC-D510-75C0-BB41-29399239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FA03-1A3B-45A1-AF81-10310EEDDF7C}" type="datetimeFigureOut">
              <a:rPr lang="en-SE" smtClean="0"/>
              <a:t>2026-02-13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633C5-A2AC-D3DE-DD9D-DE06A6097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0C8C33-6F03-2537-D379-871538821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961A-2326-421A-8301-9685C839918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00766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63854-AA46-C637-FF22-56C4CEA07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D6C2DE-2EAD-2192-E4A3-7072472D77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3C7828-AB2C-71CB-44E1-0A490E06F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8CC37-A46B-0E4D-42C0-EBF83327C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FA03-1A3B-45A1-AF81-10310EEDDF7C}" type="datetimeFigureOut">
              <a:rPr lang="en-SE" smtClean="0"/>
              <a:t>2026-02-13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AC61A-1DAF-A664-C7EF-3F5BEC43D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8A775-7CCC-4249-E707-4E38F8897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961A-2326-421A-8301-9685C839918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246447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4A53-0BA3-1F2B-3E04-21CFAA17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180D90-D569-DD1F-8CA5-9850A5598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001BE-4294-2C72-DF7F-9C1B92C6B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FA03-1A3B-45A1-AF81-10310EEDDF7C}" type="datetimeFigureOut">
              <a:rPr lang="en-SE" smtClean="0"/>
              <a:t>2026-02-13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075D-3FB5-FA4C-9E8D-2F6C5D16C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C6EA7-4F5A-9F9A-3380-5C6F80845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961A-2326-421A-8301-9685C839918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55150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F884E6-70AD-18FA-60D6-0DE154783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6BDDC-54F6-4698-2872-39F075AB7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228B4-B948-9E17-3659-4B6BD0415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FA03-1A3B-45A1-AF81-10310EEDDF7C}" type="datetimeFigureOut">
              <a:rPr lang="en-SE" smtClean="0"/>
              <a:t>2026-02-13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634AE-8446-7699-10D3-B33208BC7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38857-FBAF-5E11-6AF9-BBA62BEA6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961A-2326-421A-8301-9685C839918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19823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68BBE6-77B8-4089-A898-D96B01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EEA16-048F-5118-6814-58761172F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C8803-D0FE-D8C9-80C9-F4011DF1F4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8FA03-1A3B-45A1-AF81-10310EEDDF7C}" type="datetimeFigureOut">
              <a:rPr lang="en-SE" smtClean="0"/>
              <a:t>2026-02-13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53C2D-E982-39BF-AC56-CE09C325F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83458-7A68-3324-8B64-F8E951FDAC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A961A-2326-421A-8301-9685C839918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78973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923CD-AB5E-E5D5-B0A3-09E8D0DB6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009A33-827E-D560-8DB6-10D693A5B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01" y="363450"/>
            <a:ext cx="10552398" cy="613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387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A65DE-5BC8-B512-69ED-09CB807D1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8A681B-B56E-2D87-3415-8EEB27082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01" y="363450"/>
            <a:ext cx="10552398" cy="6131099"/>
          </a:xfrm>
          <a:prstGeom prst="rect">
            <a:avLst/>
          </a:prstGeom>
        </p:spPr>
      </p:pic>
      <p:sp>
        <p:nvSpPr>
          <p:cNvPr id="2" name="L-Shape 1">
            <a:extLst>
              <a:ext uri="{FF2B5EF4-FFF2-40B4-BE49-F238E27FC236}">
                <a16:creationId xmlns:a16="http://schemas.microsoft.com/office/drawing/2014/main" id="{D1612231-9D2F-D47F-1BE9-5C2E708134D4}"/>
              </a:ext>
            </a:extLst>
          </p:cNvPr>
          <p:cNvSpPr/>
          <p:nvPr/>
        </p:nvSpPr>
        <p:spPr>
          <a:xfrm rot="10800000">
            <a:off x="6096000" y="162962"/>
            <a:ext cx="5483382" cy="4517679"/>
          </a:xfrm>
          <a:prstGeom prst="corner">
            <a:avLst>
              <a:gd name="adj1" fmla="val 29929"/>
              <a:gd name="adj2" fmla="val 47555"/>
            </a:avLst>
          </a:prstGeom>
          <a:solidFill>
            <a:srgbClr val="0066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5C7898-C690-E195-58BE-DB856291107C}"/>
              </a:ext>
            </a:extLst>
          </p:cNvPr>
          <p:cNvSpPr/>
          <p:nvPr/>
        </p:nvSpPr>
        <p:spPr>
          <a:xfrm>
            <a:off x="506995" y="162962"/>
            <a:ext cx="5042780" cy="1358020"/>
          </a:xfrm>
          <a:prstGeom prst="rect">
            <a:avLst/>
          </a:prstGeom>
          <a:solidFill>
            <a:srgbClr val="CC00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40372B-BDCF-122C-0A05-DF30737445BB}"/>
              </a:ext>
            </a:extLst>
          </p:cNvPr>
          <p:cNvSpPr/>
          <p:nvPr/>
        </p:nvSpPr>
        <p:spPr>
          <a:xfrm>
            <a:off x="3023857" y="1742792"/>
            <a:ext cx="2525918" cy="135801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B009C0-8C74-067D-BDD2-346C219E4587}"/>
              </a:ext>
            </a:extLst>
          </p:cNvPr>
          <p:cNvSpPr/>
          <p:nvPr/>
        </p:nvSpPr>
        <p:spPr>
          <a:xfrm>
            <a:off x="6174463" y="1742791"/>
            <a:ext cx="2417276" cy="2648139"/>
          </a:xfrm>
          <a:prstGeom prst="rect">
            <a:avLst/>
          </a:prstGeom>
          <a:solidFill>
            <a:srgbClr val="92D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95ED5B-90CD-6AAF-197C-87EB6846B435}"/>
              </a:ext>
            </a:extLst>
          </p:cNvPr>
          <p:cNvSpPr/>
          <p:nvPr/>
        </p:nvSpPr>
        <p:spPr>
          <a:xfrm>
            <a:off x="5305331" y="4390931"/>
            <a:ext cx="4191754" cy="1330860"/>
          </a:xfrm>
          <a:prstGeom prst="rect">
            <a:avLst/>
          </a:prstGeom>
          <a:solidFill>
            <a:srgbClr val="92D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59052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90745-7454-905C-4BE8-12CAA09D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1CBFBD-852A-0753-F128-A572FEA73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01" y="363450"/>
            <a:ext cx="10552398" cy="61310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50E30B5-3D6A-DC22-9A1D-72590799BEC2}"/>
              </a:ext>
            </a:extLst>
          </p:cNvPr>
          <p:cNvSpPr/>
          <p:nvPr/>
        </p:nvSpPr>
        <p:spPr>
          <a:xfrm>
            <a:off x="506995" y="162962"/>
            <a:ext cx="5042780" cy="1358020"/>
          </a:xfrm>
          <a:prstGeom prst="rect">
            <a:avLst/>
          </a:prstGeom>
          <a:solidFill>
            <a:srgbClr val="CC00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40466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8644B-F9FD-0BD2-935D-DD65FAA15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11C4F8-8754-6087-6226-A36007B4B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01" y="363450"/>
            <a:ext cx="10552398" cy="6131099"/>
          </a:xfrm>
          <a:prstGeom prst="rect">
            <a:avLst/>
          </a:prstGeom>
        </p:spPr>
      </p:pic>
      <p:sp>
        <p:nvSpPr>
          <p:cNvPr id="2" name="L-Shape 1">
            <a:extLst>
              <a:ext uri="{FF2B5EF4-FFF2-40B4-BE49-F238E27FC236}">
                <a16:creationId xmlns:a16="http://schemas.microsoft.com/office/drawing/2014/main" id="{2324BD5E-CEAE-1635-CC63-204227E2C4A8}"/>
              </a:ext>
            </a:extLst>
          </p:cNvPr>
          <p:cNvSpPr/>
          <p:nvPr/>
        </p:nvSpPr>
        <p:spPr>
          <a:xfrm rot="10800000">
            <a:off x="6096000" y="162962"/>
            <a:ext cx="5483382" cy="4517679"/>
          </a:xfrm>
          <a:prstGeom prst="corner">
            <a:avLst>
              <a:gd name="adj1" fmla="val 29929"/>
              <a:gd name="adj2" fmla="val 47555"/>
            </a:avLst>
          </a:prstGeom>
          <a:solidFill>
            <a:srgbClr val="0066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93703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BD6D7-3485-D0C2-8B99-2B0A3DF49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A0C99D-A3CB-47BE-4DCC-CF38CDD9B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01" y="363450"/>
            <a:ext cx="10552398" cy="61310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B40EB97-2036-79F0-404C-3F399F0BCC51}"/>
              </a:ext>
            </a:extLst>
          </p:cNvPr>
          <p:cNvSpPr/>
          <p:nvPr/>
        </p:nvSpPr>
        <p:spPr>
          <a:xfrm>
            <a:off x="5305331" y="4390931"/>
            <a:ext cx="4191754" cy="1330860"/>
          </a:xfrm>
          <a:prstGeom prst="rect">
            <a:avLst/>
          </a:prstGeom>
          <a:solidFill>
            <a:srgbClr val="92D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55F644-6AE8-2703-BEF6-B6F1AEAB70A9}"/>
              </a:ext>
            </a:extLst>
          </p:cNvPr>
          <p:cNvSpPr/>
          <p:nvPr/>
        </p:nvSpPr>
        <p:spPr>
          <a:xfrm>
            <a:off x="6174463" y="1742791"/>
            <a:ext cx="2417276" cy="2648139"/>
          </a:xfrm>
          <a:prstGeom prst="rect">
            <a:avLst/>
          </a:prstGeom>
          <a:solidFill>
            <a:srgbClr val="92D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91246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8D364-0DA5-3FDC-21B2-E0DA07774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FA1C36-61A5-7B35-BE24-9EF189C87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01" y="363450"/>
            <a:ext cx="10552398" cy="61310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F0ACF74-334C-FB77-3402-C9E567E382F2}"/>
              </a:ext>
            </a:extLst>
          </p:cNvPr>
          <p:cNvSpPr/>
          <p:nvPr/>
        </p:nvSpPr>
        <p:spPr>
          <a:xfrm>
            <a:off x="3023857" y="1742792"/>
            <a:ext cx="2525918" cy="135801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393424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1C9F4A-FFD5-0939-AF4E-5986361FA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75" y="270653"/>
            <a:ext cx="9103250" cy="631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108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2805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Charlotta Dellborg</dc:creator>
  <cp:lastModifiedBy>Charlotta Dellborg</cp:lastModifiedBy>
  <cp:revision>3</cp:revision>
  <dcterms:created xsi:type="dcterms:W3CDTF">2026-02-13T14:28:04Z</dcterms:created>
  <dcterms:modified xsi:type="dcterms:W3CDTF">2026-02-15T13:14:04Z</dcterms:modified>
</cp:coreProperties>
</file>