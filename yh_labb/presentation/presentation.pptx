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CC00F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5D61-47DE-FE8B-827D-A69B00597C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81030-DD10-4C65-6971-9FEF0D0C0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FEA8C-D61B-4174-39B7-3B4E187A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D6050-0FF0-CB66-2DDA-1E4FDED2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491F6-9021-2D8C-0CD5-F59B45E1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87565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5399B-64C5-02FF-023D-E3C8986A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A8D3F-ADC1-5A20-9095-33476984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01BF6-9123-94CD-9532-D35B835C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7F25A-7D89-57DC-CE6F-ED5DE3DAC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057DB-3AA0-F070-10FE-513636C4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586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D3AB4-F4CE-A4B8-92D4-AA5FEADE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92C31-A90D-FD3C-102F-F5EBB17AE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D5F98-290D-CD6D-67D1-92FAAB844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803D2-95BB-3EDF-3C8E-2CA7EF7D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B8558-5702-CB2B-FC76-560C384F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50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DFD77-B7B7-6FC7-9CE4-FC347B16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5ED35-BCF2-A529-01C3-7DB993057C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3DF32-14CD-299A-9434-9719713A4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DEADE-E721-B67E-4347-6E94D2FE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2092F4-8A93-C79B-440C-357EA0412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47B35-2725-F041-6213-1C6DC65A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049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082-8C04-DFD8-85E0-474226055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D059B8-3277-BCD7-4A3C-2D3D3A30A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902A20-DB52-D51F-905A-71D63AB43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C0716F-3439-19BA-EA67-ADD3BA1F6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6C9CC-445C-AD7D-4523-C2792E437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D71581-F2C4-A08F-51C7-90E144CA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F00CBA-56AB-C551-97F9-5A6994F90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44DE4-1C49-F919-7119-6F37F35F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85813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8DA-1C53-B788-8589-E073EBD8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5F6ED3-3029-C354-844B-396945CD8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937096-6F5A-8BB6-9DD1-6952391D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C054D-77DD-CFEB-68AB-5047A828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8316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3633D-E2EE-474D-F8CA-EB64ECDFF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A36626-AD77-9025-B4EC-3185A6318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94-32E0-11A8-002E-7EBE9D6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93434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0706-DA1D-3727-B599-2E98C8A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3A271-F80E-B17F-E59F-2D36A005A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3149E-E0AC-CE7F-C02D-96F907801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5BECC-D510-75C0-BB41-29399239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633C5-A2AC-D3DE-DD9D-DE06A6097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0C8C33-6F03-2537-D379-871538821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00766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3854-AA46-C637-FF22-56C4CEA07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6C2DE-2EAD-2192-E4A3-7072472D7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C7828-AB2C-71CB-44E1-0A490E06F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8CC37-A46B-0E4D-42C0-EBF83327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AC61A-1DAF-A664-C7EF-3F5BEC43D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8A775-7CCC-4249-E707-4E38F889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46447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4A53-0BA3-1F2B-3E04-21CFAA174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80D90-D569-DD1F-8CA5-9850A5598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001BE-4294-2C72-DF7F-9C1B92C6B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075D-3FB5-FA4C-9E8D-2F6C5D16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C6EA7-4F5A-9F9A-3380-5C6F8084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515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F884E6-70AD-18FA-60D6-0DE154783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56BDDC-54F6-4698-2872-39F075AB7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228B4-B948-9E17-3659-4B6BD0415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634AE-8446-7699-10D3-B33208BC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8857-FBAF-5E11-6AF9-BBA62BEA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19823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68BBE6-77B8-4089-A898-D96B01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EEA16-048F-5118-6814-58761172F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C8803-D0FE-D8C9-80C9-F4011DF1F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8FA03-1A3B-45A1-AF81-10310EEDDF7C}" type="datetimeFigureOut">
              <a:rPr lang="en-SE" smtClean="0"/>
              <a:t>2026-02-22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53C2D-E982-39BF-AC56-CE09C325F7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3458-7A68-3324-8B64-F8E951FDAC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78973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65DE-5BC8-B512-69ED-09CB807D1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71B0AA-4841-345D-4B0C-A9CA3CF84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D1612231-9D2F-D47F-1BE9-5C2E708134D4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C7898-C690-E195-58BE-DB856291107C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40372B-BDCF-122C-0A05-DF30737445BB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B009C0-8C74-067D-BDD2-346C219E4587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95ED5B-90CD-6AAF-197C-87EB6846B435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59052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" grpId="2" animBg="1"/>
      <p:bldP spid="2" grpId="3" animBg="1"/>
      <p:bldP spid="3" grpId="0" animBg="1"/>
      <p:bldP spid="3" grpId="1" animBg="1"/>
      <p:bldP spid="4" grpId="0" animBg="1"/>
      <p:bldP spid="4" grpId="1" animBg="1"/>
      <p:bldP spid="4" grpId="2" animBg="1"/>
      <p:bldP spid="4" grpId="3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4952-2BB2-6CE4-9DD3-91CA1210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02B1391-C86B-58DE-192F-A990A98D0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0620" y="308206"/>
            <a:ext cx="9107006" cy="623901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FFC17E-09FA-F3D4-725D-45949A0874DB}"/>
              </a:ext>
            </a:extLst>
          </p:cNvPr>
          <p:cNvSpPr/>
          <p:nvPr/>
        </p:nvSpPr>
        <p:spPr>
          <a:xfrm>
            <a:off x="1361783" y="226337"/>
            <a:ext cx="4287579" cy="182880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DD70FF-1C99-7CD3-D1D8-35BFFA58DA3E}"/>
              </a:ext>
            </a:extLst>
          </p:cNvPr>
          <p:cNvSpPr/>
          <p:nvPr/>
        </p:nvSpPr>
        <p:spPr>
          <a:xfrm>
            <a:off x="6167527" y="1937442"/>
            <a:ext cx="1881004" cy="4418091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9B5A14-2B61-DFE4-2734-00706F37DDBA}"/>
              </a:ext>
            </a:extLst>
          </p:cNvPr>
          <p:cNvSpPr/>
          <p:nvPr/>
        </p:nvSpPr>
        <p:spPr>
          <a:xfrm>
            <a:off x="3766242" y="4246076"/>
            <a:ext cx="2401283" cy="2109458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857873-5217-77D9-D2A4-D8044BB4F190}"/>
              </a:ext>
            </a:extLst>
          </p:cNvPr>
          <p:cNvSpPr/>
          <p:nvPr/>
        </p:nvSpPr>
        <p:spPr>
          <a:xfrm>
            <a:off x="8574102" y="1828800"/>
            <a:ext cx="1881004" cy="4291343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7C511-5DEC-15B0-C40C-66BBF5C6272E}"/>
              </a:ext>
            </a:extLst>
          </p:cNvPr>
          <p:cNvSpPr/>
          <p:nvPr/>
        </p:nvSpPr>
        <p:spPr>
          <a:xfrm>
            <a:off x="6167526" y="226337"/>
            <a:ext cx="4287579" cy="1602463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196135-D0F7-EC04-96DE-3C2FD3B502E6}"/>
              </a:ext>
            </a:extLst>
          </p:cNvPr>
          <p:cNvSpPr/>
          <p:nvPr/>
        </p:nvSpPr>
        <p:spPr>
          <a:xfrm>
            <a:off x="3766242" y="2299577"/>
            <a:ext cx="1883120" cy="143950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1318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8702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Charlotta Dellborg</dc:creator>
  <cp:lastModifiedBy>Charlotta Dellborg</cp:lastModifiedBy>
  <cp:revision>10</cp:revision>
  <dcterms:created xsi:type="dcterms:W3CDTF">2026-02-13T14:28:04Z</dcterms:created>
  <dcterms:modified xsi:type="dcterms:W3CDTF">2026-02-22T11:00:54Z</dcterms:modified>
</cp:coreProperties>
</file>