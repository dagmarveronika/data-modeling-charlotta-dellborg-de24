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3" r:id="rId3"/>
    <p:sldId id="261" r:id="rId4"/>
    <p:sldId id="262" r:id="rId5"/>
    <p:sldId id="259" r:id="rId6"/>
    <p:sldId id="260" r:id="rId7"/>
    <p:sldId id="257" r:id="rId8"/>
    <p:sldId id="264" r:id="rId9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CC00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23CD-AB5E-E5D5-B0A3-09E8D0DB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5D4076-73C9-EF5C-2A8D-B068AAF03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387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65DE-5BC8-B512-69ED-09CB807D1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71B0AA-4841-345D-4B0C-A9CA3CF8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D1612231-9D2F-D47F-1BE9-5C2E708134D4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C7898-C690-E195-58BE-DB856291107C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0372B-BDCF-122C-0A05-DF30737445BB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B009C0-8C74-067D-BDD2-346C219E4587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95ED5B-90CD-6AAF-197C-87EB6846B435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9052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0745-7454-905C-4BE8-12CAA09D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3A295-C1CC-765D-6862-344968388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50E30B5-3D6A-DC22-9A1D-72590799BEC2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40466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8644B-F9FD-0BD2-935D-DD65FAA1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3AC925-00B5-0F5E-E588-76F942A89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2324BD5E-CEAE-1635-CC63-204227E2C4A8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9370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BD6D7-3485-D0C2-8B99-2B0A3DF49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367780F-A398-AA9A-0C0C-45AF86659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40EB97-2036-79F0-404C-3F399F0BCC51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55F644-6AE8-2703-BEF6-B6F1AEAB70A9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24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8D364-0DA5-3FDC-21B2-E0DA0777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FD0126-81AD-8C62-51E7-3ADCE6333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2" y="360940"/>
            <a:ext cx="10543764" cy="61311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0ACF74-334C-FB77-3402-C9E567E382F2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393424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BC5C09-E64D-9DD1-1D8A-72100E29C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310780"/>
            <a:ext cx="9107005" cy="623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08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4952-2BB2-6CE4-9DD3-91CA1210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DCD0654-1B0F-A5A9-382A-410A81B2A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310780"/>
            <a:ext cx="9107005" cy="62390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FFC17E-09FA-F3D4-725D-45949A0874DB}"/>
              </a:ext>
            </a:extLst>
          </p:cNvPr>
          <p:cNvSpPr/>
          <p:nvPr/>
        </p:nvSpPr>
        <p:spPr>
          <a:xfrm>
            <a:off x="1361783" y="226337"/>
            <a:ext cx="4287579" cy="2046084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D70FF-1C99-7CD3-D1D8-35BFFA58DA3E}"/>
              </a:ext>
            </a:extLst>
          </p:cNvPr>
          <p:cNvSpPr/>
          <p:nvPr/>
        </p:nvSpPr>
        <p:spPr>
          <a:xfrm>
            <a:off x="6167527" y="1937442"/>
            <a:ext cx="1881004" cy="4418091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9B5A14-2B61-DFE4-2734-00706F37DDBA}"/>
              </a:ext>
            </a:extLst>
          </p:cNvPr>
          <p:cNvSpPr/>
          <p:nvPr/>
        </p:nvSpPr>
        <p:spPr>
          <a:xfrm>
            <a:off x="3766242" y="4246076"/>
            <a:ext cx="2401283" cy="210945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857873-5217-77D9-D2A4-D8044BB4F190}"/>
              </a:ext>
            </a:extLst>
          </p:cNvPr>
          <p:cNvSpPr/>
          <p:nvPr/>
        </p:nvSpPr>
        <p:spPr>
          <a:xfrm>
            <a:off x="8574102" y="1828800"/>
            <a:ext cx="1881004" cy="429134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7C511-5DEC-15B0-C40C-66BBF5C6272E}"/>
              </a:ext>
            </a:extLst>
          </p:cNvPr>
          <p:cNvSpPr/>
          <p:nvPr/>
        </p:nvSpPr>
        <p:spPr>
          <a:xfrm>
            <a:off x="6167526" y="226337"/>
            <a:ext cx="4287579" cy="160246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196135-D0F7-EC04-96DE-3C2FD3B502E6}"/>
              </a:ext>
            </a:extLst>
          </p:cNvPr>
          <p:cNvSpPr/>
          <p:nvPr/>
        </p:nvSpPr>
        <p:spPr>
          <a:xfrm>
            <a:off x="3766242" y="2525917"/>
            <a:ext cx="1883120" cy="143950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13188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4186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6</cp:revision>
  <dcterms:created xsi:type="dcterms:W3CDTF">2026-02-13T14:28:04Z</dcterms:created>
  <dcterms:modified xsi:type="dcterms:W3CDTF">2026-02-17T15:16:28Z</dcterms:modified>
</cp:coreProperties>
</file>